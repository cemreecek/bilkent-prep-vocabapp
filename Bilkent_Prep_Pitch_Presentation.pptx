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Bilkent Prep Vocab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Revolutionizing Vocabulary Practice</a:t>
            </a:r>
          </a:p>
          <a:p>
            <a:r>
              <a:t>Presented by Cemre Ecek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vocabulary learning faces multiple hurdles:</a:t>
            </a:r>
          </a:p>
          <a:p>
            <a:r>
              <a:t>• Manual tracking of student progress</a:t>
            </a:r>
          </a:p>
          <a:p>
            <a:r>
              <a:t>• Lack of engaging, gamified elements for students</a:t>
            </a:r>
          </a:p>
          <a:p>
            <a:r>
              <a:t>• Disconnected systems between admins, teachers, and students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centralized, responsive, and data-driven platform designed specifically for the Bilkent Prep curriculum.</a:t>
            </a:r>
          </a:p>
          <a:p>
            <a:r>
              <a:t>• Role-based access (Student, Teacher, Admin)</a:t>
            </a:r>
          </a:p>
          <a:p>
            <a:r>
              <a:t>• Automated randomization and dynamic question delivery</a:t>
            </a:r>
          </a:p>
          <a:p>
            <a:r>
              <a:t>• Real-time analytics and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Students: Gamified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Driving engagement through active recall:</a:t>
            </a:r>
          </a:p>
          <a:p>
            <a:r>
              <a:t>• Level-based progression (locked vs. accessible modules)</a:t>
            </a:r>
          </a:p>
          <a:p>
            <a:r>
              <a:t>• Daily Streaks to encourage consistent practice</a:t>
            </a:r>
          </a:p>
          <a:p>
            <a:r>
              <a:t>• Immediate feedback on vocabulary sets</a:t>
            </a:r>
          </a:p>
          <a:p>
            <a:r>
              <a:t>• Seamless mobile and desktop experience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Teachers: Actionable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Empowering instructors with real-time data:</a:t>
            </a:r>
          </a:p>
          <a:p>
            <a:r>
              <a:t>• Live dashboards showing class streaks and engagement</a:t>
            </a:r>
          </a:p>
          <a:p>
            <a:r>
              <a:t>• Individual student tracking (time spent, error debt)</a:t>
            </a:r>
          </a:p>
          <a:p>
            <a:r>
              <a:t>• 1-Click CSV Roster Exports for gradebook integration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Admins: 'God View'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control over the institutional ecosystem:</a:t>
            </a:r>
          </a:p>
          <a:p>
            <a:r>
              <a:t>• Searchable, unified User Management</a:t>
            </a:r>
          </a:p>
          <a:p>
            <a:r>
              <a:t>• Dynamic classroom creation and teacher assignments</a:t>
            </a:r>
          </a:p>
          <a:p>
            <a:r>
              <a:t>• High-level metrics tracking institutional 'Error Debt'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Next.js 16 (React) for a lightning-fast UI</a:t>
            </a:r>
          </a:p>
          <a:p>
            <a:r>
              <a:t>• Tailwind CSS for a premium, responsive design</a:t>
            </a:r>
          </a:p>
          <a:p>
            <a:r>
              <a:t>• PostgreSQL Database with Prisma ORM</a:t>
            </a:r>
          </a:p>
          <a:p>
            <a:r>
              <a:t>• Secure Authentication via NextAuth</a:t>
            </a:r>
          </a:p>
          <a:p>
            <a:r>
              <a:t>• Hosted globally on Vercel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Connect custom .edu.tr domain (pending GitHub approval)</a:t>
            </a:r>
          </a:p>
          <a:p>
            <a:r>
              <a:t>2. Finalize AI Content Parser for automated vocab generation</a:t>
            </a:r>
          </a:p>
          <a:p>
            <a:r>
              <a:t>3. Pilot launch with first Bilkent Prep sections</a:t>
            </a:r>
          </a:p>
          <a:p>
            <a:br/>
            <a:r>
              <a:t>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